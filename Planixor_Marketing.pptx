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4" r:id="rId8"/>
    <p:sldId id="262" r:id="rId9"/>
    <p:sldId id="275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BF8"/>
    <a:srgbClr val="E8EAEF"/>
    <a:srgbClr val="FBFB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72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Planixor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CA3AF"/>
                </a:solidFill>
                <a:latin typeface="Calibri"/>
              </a:defRPr>
            </a:pPr>
            <a:r>
              <a:t>Organiza tu tiempo. Potencia tu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B86D4"/>
                </a:solidFill>
                <a:latin typeface="Calibri"/>
              </a:defRPr>
            </a:pPr>
            <a:r>
              <a:rPr dirty="0"/>
              <a:t>Tu </a:t>
            </a:r>
            <a:r>
              <a:rPr dirty="0" err="1"/>
              <a:t>calendario</a:t>
            </a:r>
            <a:r>
              <a:rPr dirty="0"/>
              <a:t>. </a:t>
            </a:r>
            <a:r>
              <a:rPr lang="es-ES" dirty="0"/>
              <a:t>Tus eventos</a:t>
            </a:r>
            <a:r>
              <a:rPr dirty="0"/>
              <a:t>. Tu control.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by Codenized</a:t>
            </a: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EE0A5D11-33CC-9F3A-CFF9-FB4CA57E8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33604" y="944880"/>
            <a:ext cx="4876800" cy="4876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>
            <a:extLst>
              <a:ext uri="{FF2B5EF4-FFF2-40B4-BE49-F238E27FC236}">
                <a16:creationId xmlns:a16="http://schemas.microsoft.com/office/drawing/2014/main" id="{3BBE09A4-2033-C934-C90E-053935FF355B}"/>
              </a:ext>
            </a:extLst>
          </p:cNvPr>
          <p:cNvSpPr/>
          <p:nvPr/>
        </p:nvSpPr>
        <p:spPr>
          <a:xfrm>
            <a:off x="5846062" y="54864"/>
            <a:ext cx="6332871" cy="6803136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75FD189-F612-0FA4-E4D9-BAF08C1FAF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54" b="3249"/>
          <a:stretch>
            <a:fillRect/>
          </a:stretch>
        </p:blipFill>
        <p:spPr>
          <a:xfrm>
            <a:off x="1037002" y="758588"/>
            <a:ext cx="9644255" cy="6101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-28703" y="109728"/>
            <a:ext cx="122203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B86D4"/>
                </a:solidFill>
                <a:latin typeface="Calibri"/>
              </a:defRPr>
            </a:pPr>
            <a:r>
              <a:rPr sz="2400" dirty="0"/>
              <a:t>Los </a:t>
            </a:r>
            <a:r>
              <a:rPr sz="2400" dirty="0" err="1"/>
              <a:t>profesionales</a:t>
            </a:r>
            <a:r>
              <a:rPr sz="2400" dirty="0"/>
              <a:t> </a:t>
            </a:r>
            <a:r>
              <a:rPr sz="2400" dirty="0" err="1"/>
              <a:t>necesitan</a:t>
            </a:r>
            <a:r>
              <a:rPr sz="2400" dirty="0"/>
              <a:t> </a:t>
            </a:r>
            <a:r>
              <a:rPr sz="2400" dirty="0" err="1"/>
              <a:t>una</a:t>
            </a:r>
            <a:r>
              <a:rPr sz="2400" dirty="0"/>
              <a:t> </a:t>
            </a:r>
            <a:r>
              <a:rPr sz="2400" dirty="0" err="1"/>
              <a:t>herramienta</a:t>
            </a:r>
            <a:r>
              <a:rPr sz="2400" dirty="0"/>
              <a:t> </a:t>
            </a:r>
            <a:r>
              <a:rPr sz="2400" dirty="0" err="1"/>
              <a:t>unificada</a:t>
            </a:r>
            <a:r>
              <a:rPr sz="2400" dirty="0"/>
              <a:t>, </a:t>
            </a:r>
            <a:r>
              <a:rPr sz="2400" dirty="0" err="1"/>
              <a:t>privada</a:t>
            </a:r>
            <a:r>
              <a:rPr sz="2400" dirty="0"/>
              <a:t> y </a:t>
            </a:r>
            <a:r>
              <a:rPr sz="2400" dirty="0" err="1"/>
              <a:t>que</a:t>
            </a:r>
            <a:r>
              <a:rPr sz="2400" dirty="0"/>
              <a:t> </a:t>
            </a:r>
            <a:r>
              <a:rPr sz="2400" dirty="0" err="1"/>
              <a:t>funcione</a:t>
            </a:r>
            <a:r>
              <a:rPr sz="2400" dirty="0"/>
              <a:t> </a:t>
            </a:r>
            <a:r>
              <a:rPr sz="2400" dirty="0" err="1"/>
              <a:t>siempre</a:t>
            </a:r>
            <a:r>
              <a:rPr sz="2400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 Solucion: Planixor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9FAFB"/>
                </a:solidFill>
                <a:latin typeface="Calibri"/>
              </a:defRPr>
            </a:pPr>
            <a:r>
              <a:t>Una aplicacion unificada de gestion de turnos y horarios que funciona 100% offline, con sincronizacion opcional auto-hospedada. Tus datos, tu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Offline-First: funciona completamente sin internet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Privacidad total: datos almacenados solo en tu dispositivo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Sincronizacion opcional: tu propio servidor, tus reglas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Multiplataforma: Web PWA + Android nativo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Interfaz moderna y limpia con modo claro/oscuro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Bilingue desde el primer dia: Espanol e Ingles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92ADD8B-87E1-7F16-C30A-9C6351E2C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776" y="2863160"/>
            <a:ext cx="4466343" cy="34822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Funcionalidades</a:t>
            </a:r>
            <a:r>
              <a:rPr dirty="0"/>
              <a:t> </a:t>
            </a:r>
            <a:r>
              <a:rPr dirty="0" err="1"/>
              <a:t>Principales</a:t>
            </a:r>
            <a:endParaRPr dirty="0"/>
          </a:p>
        </p:txBody>
      </p:sp>
      <p:sp>
        <p:nvSpPr>
          <p:cNvPr id="4" name="Oval 3"/>
          <p:cNvSpPr/>
          <p:nvPr/>
        </p:nvSpPr>
        <p:spPr>
          <a:xfrm>
            <a:off x="731520" y="146304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🗓️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4630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Calendario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830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Vistas Dia/Semana/Mes/Anio con navegacion intuitiva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🕓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14630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Turnos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429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Plantillas reutilizables con colores, emojis e iconos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75488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⏰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Recordatorios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074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Templates para eventos recurrentes y tareas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0" y="146304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📣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69494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Eventos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7830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Eventos vinculados a turnos o recordatorios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31089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📊</a:t>
            </a:r>
            <a:endParaRPr dirty="0"/>
          </a:p>
        </p:txBody>
      </p:sp>
      <p:sp>
        <p:nvSpPr>
          <p:cNvPr id="17" name="TextBox 16"/>
          <p:cNvSpPr txBox="1"/>
          <p:nvPr/>
        </p:nvSpPr>
        <p:spPr>
          <a:xfrm>
            <a:off x="6949440" y="3108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Informes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29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Estadisticas visuales de horas trabajadas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475488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rPr lang="es-ES" dirty="0"/>
              <a:t>📨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694944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FAFB"/>
                </a:solidFill>
                <a:latin typeface="Calibri"/>
              </a:defRPr>
            </a:pPr>
            <a:r>
              <a:t>Notificaciones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5074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Alertas configurables: inicio, 10min, 1h, 1dia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Calendario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Tu horario completo en una sola vista, con 4 modos de visualizacion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Vista Dia: Linea de </a:t>
            </a:r>
            <a:r>
              <a:rPr dirty="0" err="1"/>
              <a:t>tiempo</a:t>
            </a:r>
            <a:r>
              <a:rPr dirty="0"/>
              <a:t> vertical con </a:t>
            </a:r>
            <a:r>
              <a:rPr dirty="0" err="1"/>
              <a:t>indicador</a:t>
            </a:r>
            <a:r>
              <a:rPr dirty="0"/>
              <a:t> de hora actual (</a:t>
            </a:r>
            <a:r>
              <a:rPr dirty="0" err="1"/>
              <a:t>estilo</a:t>
            </a:r>
            <a:r>
              <a:rPr dirty="0"/>
              <a:t> Google Calendar)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Vista Semana: </a:t>
            </a:r>
            <a:r>
              <a:rPr dirty="0" err="1"/>
              <a:t>Cuadricula</a:t>
            </a:r>
            <a:r>
              <a:rPr dirty="0"/>
              <a:t> de 7 </a:t>
            </a:r>
            <a:r>
              <a:rPr dirty="0" err="1"/>
              <a:t>dias</a:t>
            </a:r>
            <a:r>
              <a:rPr dirty="0"/>
              <a:t> con </a:t>
            </a:r>
            <a:r>
              <a:rPr dirty="0" err="1"/>
              <a:t>bloques</a:t>
            </a:r>
            <a:r>
              <a:rPr dirty="0"/>
              <a:t> de </a:t>
            </a:r>
            <a:r>
              <a:rPr dirty="0" err="1"/>
              <a:t>eventos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hora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Vista Mes: Vista </a:t>
            </a:r>
            <a:r>
              <a:rPr dirty="0" err="1"/>
              <a:t>mensual</a:t>
            </a:r>
            <a:r>
              <a:rPr dirty="0"/>
              <a:t> con </a:t>
            </a:r>
            <a:r>
              <a:rPr dirty="0" err="1"/>
              <a:t>indicadores</a:t>
            </a:r>
            <a:r>
              <a:rPr dirty="0"/>
              <a:t> de color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Vista Anio: Panorama </a:t>
            </a:r>
            <a:r>
              <a:rPr dirty="0" err="1"/>
              <a:t>anual</a:t>
            </a:r>
            <a:r>
              <a:rPr dirty="0"/>
              <a:t> </a:t>
            </a:r>
            <a:r>
              <a:rPr dirty="0" err="1"/>
              <a:t>compacto</a:t>
            </a:r>
            <a:r>
              <a:rPr dirty="0"/>
              <a:t> para </a:t>
            </a:r>
            <a:r>
              <a:rPr dirty="0" err="1"/>
              <a:t>planificacion</a:t>
            </a:r>
            <a:r>
              <a:rPr dirty="0"/>
              <a:t> a largo </a:t>
            </a:r>
            <a:r>
              <a:rPr dirty="0" err="1"/>
              <a:t>plazo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 err="1"/>
              <a:t>Navegacion</a:t>
            </a:r>
            <a:r>
              <a:rPr dirty="0"/>
              <a:t> </a:t>
            </a:r>
            <a:r>
              <a:rPr dirty="0" err="1"/>
              <a:t>rapida</a:t>
            </a:r>
            <a:r>
              <a:rPr dirty="0"/>
              <a:t> con </a:t>
            </a:r>
            <a:r>
              <a:rPr dirty="0" err="1"/>
              <a:t>flechas</a:t>
            </a:r>
            <a:r>
              <a:rPr dirty="0"/>
              <a:t> y </a:t>
            </a:r>
            <a:r>
              <a:rPr dirty="0" err="1"/>
              <a:t>boton</a:t>
            </a:r>
            <a:r>
              <a:rPr dirty="0"/>
              <a:t> 'Hoy'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 err="1"/>
              <a:t>Eventos</a:t>
            </a:r>
            <a:r>
              <a:rPr dirty="0"/>
              <a:t> con </a:t>
            </a:r>
            <a:r>
              <a:rPr dirty="0" err="1"/>
              <a:t>bloques</a:t>
            </a:r>
            <a:r>
              <a:rPr dirty="0"/>
              <a:t> de color </a:t>
            </a:r>
            <a:r>
              <a:rPr dirty="0" err="1"/>
              <a:t>segun</a:t>
            </a:r>
            <a:r>
              <a:rPr dirty="0"/>
              <a:t> 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turno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 err="1"/>
              <a:t>Soporte</a:t>
            </a:r>
            <a:r>
              <a:rPr dirty="0"/>
              <a:t> para </a:t>
            </a:r>
            <a:r>
              <a:rPr dirty="0" err="1"/>
              <a:t>eventos</a:t>
            </a:r>
            <a:r>
              <a:rPr dirty="0"/>
              <a:t> multi-</a:t>
            </a:r>
            <a:r>
              <a:rPr dirty="0" err="1"/>
              <a:t>dia</a:t>
            </a: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rPr dirty="0"/>
              <a:t>Un </a:t>
            </a:r>
            <a:r>
              <a:rPr dirty="0" err="1"/>
              <a:t>turno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: </a:t>
            </a:r>
            <a:r>
              <a:rPr dirty="0" err="1"/>
              <a:t>restriccion</a:t>
            </a:r>
            <a:r>
              <a:rPr dirty="0"/>
              <a:t> </a:t>
            </a:r>
            <a:r>
              <a:rPr dirty="0" err="1"/>
              <a:t>inteligente</a:t>
            </a:r>
            <a:r>
              <a:rPr dirty="0"/>
              <a:t> para </a:t>
            </a:r>
            <a:r>
              <a:rPr dirty="0" err="1"/>
              <a:t>evitar</a:t>
            </a:r>
            <a:r>
              <a:rPr dirty="0"/>
              <a:t> </a:t>
            </a:r>
            <a:r>
              <a:rPr dirty="0" err="1"/>
              <a:t>conflictos</a:t>
            </a:r>
            <a:endParaRPr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241A815-676A-67E3-A95A-9DF5B65DD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3209" y="1115322"/>
            <a:ext cx="2082310" cy="46273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Turnos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  <a:latin typeface="Calibri"/>
              </a:defRPr>
            </a:pPr>
            <a:r>
              <a:t>Turnos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Plantillas reutilizables con nombre, emoji y color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Calculo automatico de horas trabajadas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Soporte para turnos de 24h y cruce de medianoche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Activar/desactivar sin eliminar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Paleta de 45 colores (9 familias x 5 tonos)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Selector de emojis integrado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0289F8F0-3277-7161-1958-5C2A0465B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723" y="1267239"/>
            <a:ext cx="5634971" cy="43934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FC251E-E813-8A94-F7A9-3B9A4C696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04614C-6D1D-E7A6-3D07-3CEEAC21AF9C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961368-285D-5A18-B252-8F3A06D586B8}"/>
              </a:ext>
            </a:extLst>
          </p:cNvPr>
          <p:cNvSpPr txBox="1"/>
          <p:nvPr/>
        </p:nvSpPr>
        <p:spPr>
          <a:xfrm>
            <a:off x="731520" y="457200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Recordatorios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42D86C-CC28-E27A-41E4-B48918F0ADAF}"/>
              </a:ext>
            </a:extLst>
          </p:cNvPr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Calibri"/>
              </a:defRPr>
            </a:pPr>
            <a:r>
              <a:t>Recordatorios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6E485-7652-EDB2-8813-F39544E03F50}"/>
              </a:ext>
            </a:extLst>
          </p:cNvPr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Templates para eventos recurrentes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Personalizables con emoji y color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Ideal para: reuniones, medicacion, tareas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Activar/desactivar segun necesidad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Sincronizacion multi-dispositivo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Vinculacion directa con eventos del calendario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CF00386-D37B-9266-1A59-C9E356A3D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92" y="1447458"/>
            <a:ext cx="5425247" cy="4241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7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Informes y Estadisticas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Visualiza tu productividad con graficos claros y accionables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Horas trabajadas por dia, semana, mes o anio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Graficos de barras para distribucion de horas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Graficos de dona para desglose por tipo de turno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Configuracion de objetivo anual de horas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Actualizacion automatica al crear/modificar eventos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Filtros por periodo temporal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Colores consistentes con la paleta de marca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F396413-21FC-8F65-9CC7-A8FE7D397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648" y="708967"/>
            <a:ext cx="2479029" cy="550895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D39527-4D1B-A980-3CD9-EC62B355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56D54D9-A496-84DE-A888-9234AFAC2BDB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D3E66-5C8B-D3C0-949D-B1DBE8B1A499}"/>
              </a:ext>
            </a:extLst>
          </p:cNvPr>
          <p:cNvSpPr txBox="1"/>
          <p:nvPr/>
        </p:nvSpPr>
        <p:spPr>
          <a:xfrm>
            <a:off x="731520" y="457200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lang="es-ES" sz="3600" b="1" dirty="0"/>
              <a:t>Modo Turno — Simplifica tu calendario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226B14-B6E7-1F51-7029-446D0CE730D5}"/>
              </a:ext>
            </a:extLst>
          </p:cNvPr>
          <p:cNvSpPr txBox="1"/>
          <p:nvPr/>
        </p:nvSpPr>
        <p:spPr>
          <a:xfrm>
            <a:off x="731520" y="128016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9CA3AF"/>
                </a:solidFill>
                <a:latin typeface="Calibri"/>
              </a:defRPr>
            </a:pPr>
            <a:r>
              <a:rPr lang="es-ES" i="1" dirty="0"/>
              <a:t>Un modo especializado para quienes gestionan turnos de trabajo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BAEE02-CD73-DC49-ED70-B0FEA491172B}"/>
              </a:ext>
            </a:extLst>
          </p:cNvPr>
          <p:cNvSpPr txBox="1"/>
          <p:nvPr/>
        </p:nvSpPr>
        <p:spPr>
          <a:xfrm>
            <a:off x="731519" y="2103120"/>
            <a:ext cx="10890637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F9FAFB"/>
                </a:solidFill>
                <a:latin typeface="Calibri"/>
              </a:rPr>
              <a:t>🗓️ Solo vistas Mes y Año — Sin distracciones del Día y Semana</a:t>
            </a:r>
          </a:p>
          <a:p>
            <a:endParaRPr lang="es-ES" sz="1600" dirty="0">
              <a:solidFill>
                <a:srgbClr val="F9FAFB"/>
              </a:solidFill>
              <a:latin typeface="Calibri"/>
            </a:endParaRPr>
          </a:p>
          <a:p>
            <a:r>
              <a:rPr lang="es-ES" sz="1600" dirty="0">
                <a:solidFill>
                  <a:srgbClr val="F9FAFB"/>
                </a:solidFill>
                <a:latin typeface="Calibri"/>
              </a:rPr>
              <a:t>👆 Toca un día para actuar — Día vacío → crear evento. Día con turnos → ver y editar</a:t>
            </a:r>
          </a:p>
          <a:p>
            <a:endParaRPr lang="es-ES" sz="1600" dirty="0">
              <a:solidFill>
                <a:srgbClr val="F9FAFB"/>
              </a:solidFill>
              <a:latin typeface="Calibri"/>
            </a:endParaRPr>
          </a:p>
          <a:p>
            <a:r>
              <a:rPr lang="es-ES" sz="1600" dirty="0">
                <a:solidFill>
                  <a:srgbClr val="F9FAFB"/>
                </a:solidFill>
                <a:latin typeface="Calibri"/>
              </a:rPr>
              <a:t>📋 Modal de Acción del Día — Ve todos tus turnos y recordatorios de un vistazo, ordenados y con colores</a:t>
            </a:r>
          </a:p>
          <a:p>
            <a:endParaRPr lang="es-ES" sz="1600" dirty="0">
              <a:solidFill>
                <a:srgbClr val="F9FAFB"/>
              </a:solidFill>
              <a:latin typeface="Calibri"/>
            </a:endParaRPr>
          </a:p>
          <a:p>
            <a:r>
              <a:rPr lang="es-ES" sz="1600" dirty="0">
                <a:solidFill>
                  <a:srgbClr val="F9FAFB"/>
                </a:solidFill>
                <a:latin typeface="Calibri"/>
              </a:rPr>
              <a:t>⚡ Creación rápida — Un toque en cualquier día abre directamente el formulario con la fecha preseleccionada</a:t>
            </a:r>
          </a:p>
          <a:p>
            <a:endParaRPr lang="es-ES" sz="1600" dirty="0">
              <a:solidFill>
                <a:srgbClr val="F9FAFB"/>
              </a:solidFill>
              <a:latin typeface="Calibri"/>
            </a:endParaRPr>
          </a:p>
          <a:p>
            <a:r>
              <a:rPr lang="es-ES" sz="1600" dirty="0">
                <a:solidFill>
                  <a:srgbClr val="F9FAFB"/>
                </a:solidFill>
                <a:latin typeface="Calibri"/>
              </a:rPr>
              <a:t>🔄 Se sincroniza — La preferencia viaja entre tus dispositivos automáticamente</a:t>
            </a:r>
          </a:p>
          <a:p>
            <a:endParaRPr lang="es-ES" sz="1600" dirty="0">
              <a:solidFill>
                <a:srgbClr val="F9FAFB"/>
              </a:solidFill>
              <a:latin typeface="Calibri"/>
            </a:endParaRPr>
          </a:p>
          <a:p>
            <a:r>
              <a:rPr lang="es-ES" sz="1600" dirty="0">
                <a:solidFill>
                  <a:srgbClr val="F9FAFB"/>
                </a:solidFill>
                <a:latin typeface="Calibri"/>
              </a:rPr>
              <a:t>🌗 Actívalo cuando quieras — Un simple </a:t>
            </a:r>
            <a:r>
              <a:rPr lang="es-ES" sz="1600" dirty="0" err="1">
                <a:solidFill>
                  <a:srgbClr val="F9FAFB"/>
                </a:solidFill>
                <a:latin typeface="Calibri"/>
              </a:rPr>
              <a:t>toggle</a:t>
            </a:r>
            <a:r>
              <a:rPr lang="es-ES" sz="1600" dirty="0">
                <a:solidFill>
                  <a:srgbClr val="F9FAFB"/>
                </a:solidFill>
                <a:latin typeface="Calibri"/>
              </a:rPr>
              <a:t> en Ajustes, efecto inmediato, sin reiniciar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508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8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Offline-First: Privacidad por Diseno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9FAFB"/>
                </a:solidFill>
                <a:latin typeface="Calibri"/>
              </a:defRPr>
            </a:pPr>
            <a:r>
              <a:t>Planixor funciona completamente sin internet. Tus datos nunca salen de tu dispositivo a menos que tu lo decidas.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86D4"/>
                </a:solidFill>
                <a:latin typeface="Calibri"/>
              </a:defRPr>
            </a:pPr>
            <a:r>
              <a:t>Como funciona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Web: datos en IndexedDB (navegador)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Android: datos en SQLite (dispositivo)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Sin cuenta, sin registro, sin servidor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Funcionalidad completa sin conexion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Tus datos = solo tuyos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Beneficios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Velocidad instantanea (sin latencia de red)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Privacidad absoluta por defecto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Funciona en aviones, metro, rural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Sin costos de suscripcion de nube</a:t>
            </a:r>
          </a:p>
          <a:p>
            <a:pPr>
              <a:spcAft>
                <a:spcPts val="800"/>
              </a:spcAft>
              <a:defRPr sz="1500">
                <a:solidFill>
                  <a:srgbClr val="F9FAFB"/>
                </a:solidFill>
                <a:latin typeface="Calibri"/>
              </a:defRPr>
            </a:pPr>
            <a:r>
              <a:t>Cumplimiento GDPR simplificado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Sincronizacion: Tu Servidor, Tus Reglas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Sincronizacion bidireccional opcional con tu propio backend auto-hospedado. Sin terceros, sin suscripciones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Sincronizacion bidireccional: push + pull en cada ciclo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Intervalo configurable: 5, 10, 15, 20, 25, 30, 45 o 60 minutos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Sync automatico al abrir la app y al cerrarla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Deteccion inteligente de conectividad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Sync manual disponible en cualquier momento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Resolucion de conflictos: Last-Writer-Wins (LWW)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Indicador de estado en tiempo real (Activo/Fallando/Pausado)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Backend desplegable con Docker en minutos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API key como unica autenticacion (simple y seguro)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E8F6630-22B8-2BF1-78FD-7265A5A741B8}"/>
              </a:ext>
            </a:extLst>
          </p:cNvPr>
          <p:cNvSpPr txBox="1"/>
          <p:nvPr/>
        </p:nvSpPr>
        <p:spPr>
          <a:xfrm>
            <a:off x="7565161" y="2689894"/>
            <a:ext cx="3224759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600" dirty="0"/>
              <a:t>🔄️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Backups: Tu Informacion Siempre Segura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Exporta e importa todos tus datos sin depender de ningun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Exportacion completa a archivo .bak (formato JSON portable)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Incluye: eventos, turnos, recordatorios, notificaciones, configuracion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Restauracion con merge inteligente (Last-Writer-Wins)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Cross-platform: crea en web, restaura en Android (y viceversa)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Sin backend necesario para backups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Dialogo de confirmacion antes de sobrescribir datos existentes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Accesible desde Ajustes &gt; Backups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2DB2274-427E-1EC9-0C79-C133B22C534E}"/>
              </a:ext>
            </a:extLst>
          </p:cNvPr>
          <p:cNvSpPr txBox="1"/>
          <p:nvPr/>
        </p:nvSpPr>
        <p:spPr>
          <a:xfrm>
            <a:off x="7540378" y="2425012"/>
            <a:ext cx="3106941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6600" dirty="0"/>
              <a:t>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Multiplataforma: Web + Android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  <a:latin typeface="Calibri"/>
              </a:defRPr>
            </a:pPr>
            <a:r>
              <a:t>Web (PWA)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Progressive Web App instalable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React 19 + TypeScript + Vite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Funciona en cualquier navegador moderno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Modo escritorio con sidebar de navegacion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Modo movil con bottom navigation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IndexedDB para almacenamiento persistente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Tema claro/oscuro + bilingue ES/EN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Calibri"/>
              </a:defRPr>
            </a:pPr>
            <a:r>
              <a:t>Android Nativo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Kotlin + Jetpack Compose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Material Design 3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SQLite + Room para persistencia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Icono adaptativo con gradiente de marca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Notificaciones push del sistema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Cambio de tema e idioma sin reinicio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Bottom navigation con iconos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Diseno Moderno y Accesible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Interfaz limpia y minimalista — sin distracciones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Tipografia Poppins para maxima legibilidad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Tema claro y oscuro (cambia al instante, sin reinicio)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Paleta de colores consistente en ambas plataformas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Gradiente azul-purpura como identidad visual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Iconografia uniforme estilo outline (Lucide Icons)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Accesibilidad: contraste WCAG AA, navegacion por teclado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Responsive: desktop, tablet y movil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Espaciado basado en sistema de 4px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Tarjetas con indicador de color lateral por tipo de turno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AC33C55-F66B-9B5D-5562-AB4A3C5A0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850" y="1234435"/>
            <a:ext cx="3754809" cy="292752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299E7E6-F3F1-CB38-97F1-3F9424C5C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835" y="2918495"/>
            <a:ext cx="1453779" cy="32306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8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Notificaciones Inteligentes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AF"/>
                </a:solidFill>
                <a:latin typeface="Calibri"/>
              </a:defRPr>
            </a:pPr>
            <a:r>
              <a:t>Nunca pierdas un turno o evento importante con alertas configurables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Alertas configurables por evento: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    - Al inicio del evento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    - 10 minutos antes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    - 1 hora antes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    - 1 dia antes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Canales: in-app, push del sistema, o ambos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Centro de notificaciones accesible desde la campana (top bar)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Marcar todas como leidas con un toque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Limpieza automatica de notificaciones pasadas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Configuracion global en Ajustes &gt; Notificaciones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1B27F47-B060-64EB-52FB-680436350FC4}"/>
              </a:ext>
            </a:extLst>
          </p:cNvPr>
          <p:cNvSpPr txBox="1"/>
          <p:nvPr/>
        </p:nvSpPr>
        <p:spPr>
          <a:xfrm>
            <a:off x="7491147" y="2414016"/>
            <a:ext cx="3106941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6600" dirty="0"/>
              <a:t>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Personalizable a Tu Medida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Tema: Claro, Oscuro o Sistema (se aplica al instante)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Idioma: Espanol / Ingles (cambio inmediato sin reinicio)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Intervalo de sincronizacion personalizable (5-60 min)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Configuracion de canal de notificaciones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Servidor de sincronizacion con URL personalizable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Backups manuales y restauracion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Reset de aplicacion (zona de peligro) para limpiar datos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  <a:latin typeface="Calibri"/>
              </a:defRPr>
            </a:pPr>
            <a:r>
              <a:t>Todas las preferencias persisten localmente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38D4EC7-A2C0-EF42-2A5F-72F86EFD6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555" y="1238868"/>
            <a:ext cx="2159329" cy="479850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8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Arquitectura y Tecnologia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Calibri"/>
              </a:defRPr>
            </a:pPr>
            <a:r>
              <a:t>Backend (API)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.NET 10 (C#)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REST API + Docker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MySQL / EF Core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API Key auth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Auto-hospedable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463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Calibri"/>
              </a:defRPr>
            </a:pPr>
            <a:r>
              <a:t>Web (PWA)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01168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React 19 + TypeScript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Vite + Tailwind CSS v4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IndexedDB offline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React Router + Query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Vitest + Playwright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4630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Calibri"/>
              </a:defRPr>
            </a:pPr>
            <a:r>
              <a:t>Android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01168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Kotlin + Compose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Material Design 3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Room (SQLite)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Retrofit + OkHttp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DataStore prefs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CA3AF"/>
                </a:solidFill>
                <a:latin typeface="Calibri"/>
              </a:defRPr>
            </a:pPr>
            <a:r>
              <a:t>Arquitectura offline-first: los clientes operan independientemente. El backend es solo un hub de sincronizacion opcional.</a:t>
            </a:r>
          </a:p>
        </p:txBody>
      </p:sp>
      <p:pic>
        <p:nvPicPr>
          <p:cNvPr id="11" name="Imagen 10" descr="Archivo:Microsoft .NET logo.png">
            <a:extLst>
              <a:ext uri="{FF2B5EF4-FFF2-40B4-BE49-F238E27FC236}">
                <a16:creationId xmlns:a16="http://schemas.microsoft.com/office/drawing/2014/main" id="{1B6B9DBE-F187-D333-1494-51359BAC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17" y="3948731"/>
            <a:ext cx="1391077" cy="139107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466586A-82F1-84CA-BBEF-1E2EE542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857" y="3948731"/>
            <a:ext cx="1429995" cy="1391462"/>
          </a:xfrm>
          <a:prstGeom prst="rect">
            <a:avLst/>
          </a:prstGeom>
        </p:spPr>
      </p:pic>
      <p:pic>
        <p:nvPicPr>
          <p:cNvPr id="14" name="Imagen 13" descr="Icono Android">
            <a:extLst>
              <a:ext uri="{FF2B5EF4-FFF2-40B4-BE49-F238E27FC236}">
                <a16:creationId xmlns:a16="http://schemas.microsoft.com/office/drawing/2014/main" id="{E31EC0D8-5393-9284-AE49-9DB828D41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069" y="3948731"/>
            <a:ext cx="1391077" cy="139107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Para Quien es Planixor?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Profesionales con turnos rotativos (salud, seguridad, hosteleria)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Freelancers que necesitan control de horas trabajadas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Equipos pequenos que comparten horarios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Personas preocupadas por la privacidad de sus datos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Usuarios en zonas con conectividad limitada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Organizaciones que prefieren infraestructura propia (self-hosted)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  <a:latin typeface="Calibri"/>
              </a:defRPr>
            </a:pPr>
            <a:r>
              <a:t>Cualquiera que quiera unificar turnos + calendario + recordatorios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86D4"/>
                </a:solidFill>
                <a:latin typeface="Calibri"/>
              </a:defRPr>
            </a:pPr>
            <a:r>
              <a:t>"Si trabajas por turnos y valoras tu privacidad, Planixor es tu herramienta."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6668AB1-26FD-6831-854A-E3938A8EF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954995"/>
            <a:ext cx="16459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Ventajas Competitivas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Planixor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Competencia tipica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100% offline, sin dependencia de internet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Datos solo en tu dispositivo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Sync con TU servidor (self-hosted)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Sin suscripcion mensual para nube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Codigo multiplataforma (web + Android)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Open-source / auto-desplegable</a:t>
            </a:r>
          </a:p>
          <a:p>
            <a:pPr>
              <a:spcAft>
                <a:spcPts val="800"/>
              </a:spcAft>
              <a:defRPr sz="1400">
                <a:solidFill>
                  <a:srgbClr val="F9FAFB"/>
                </a:solidFill>
                <a:latin typeface="Calibri"/>
              </a:defRPr>
            </a:pPr>
            <a:r>
              <a:t>Privacidad por diseno (GDPR friendly)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Requiere internet para funcionar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Datos en servidores de terceros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Sync con servidores del proveedor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Suscripciones de $5-15/mes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Solo una plataforma o web basica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SaaS cerrado, sin control</a:t>
            </a:r>
          </a:p>
          <a:p>
            <a:pPr>
              <a:spcAft>
                <a:spcPts val="800"/>
              </a:spcAft>
              <a:defRPr sz="1400">
                <a:solidFill>
                  <a:srgbClr val="9CA3AF"/>
                </a:solidFill>
                <a:latin typeface="Calibri"/>
              </a:defRPr>
            </a:pPr>
            <a:r>
              <a:t>Politicas de privacidad ambiguas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0" y="1371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Planixor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5603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A3AF"/>
                </a:solidFill>
                <a:latin typeface="Calibri"/>
              </a:defRPr>
            </a:pPr>
            <a:r>
              <a:t>Organiza tu tiempo. Potencia tu dia.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657600"/>
            <a:ext cx="5760720" cy="10972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rPr dirty="0" err="1"/>
              <a:t>Comienza</a:t>
            </a:r>
            <a:r>
              <a:rPr dirty="0"/>
              <a:t> hoy — 100% gratis, 100% </a:t>
            </a:r>
            <a:r>
              <a:rPr dirty="0" err="1"/>
              <a:t>tuyo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2286000" y="5303520"/>
            <a:ext cx="7772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rPr lang="es-ES" dirty="0"/>
              <a:t>p</a:t>
            </a:r>
            <a:r>
              <a:rPr dirty="0" err="1"/>
              <a:t>lanixor</a:t>
            </a:r>
            <a:r>
              <a:rPr lang="es-ES" dirty="0"/>
              <a:t>.</a:t>
            </a:r>
            <a:r>
              <a:rPr lang="es-ES" dirty="0" err="1"/>
              <a:t>codenized</a:t>
            </a:r>
            <a:r>
              <a:rPr dirty="0"/>
              <a:t>.com  |  by </a:t>
            </a:r>
            <a:r>
              <a:rPr dirty="0" err="1"/>
              <a:t>Codenized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2286000" y="58521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Web (PWA) + Android  |  Offline-First  |  Self-Hosted Sync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B5CBB795-3A3F-87E5-18E3-1534BABFB5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0742" y="1371600"/>
            <a:ext cx="885695" cy="885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1379</Words>
  <Application>Microsoft Office PowerPoint</Application>
  <PresentationFormat>Panorámica</PresentationFormat>
  <Paragraphs>217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Ramon Garcia Alfonso</cp:lastModifiedBy>
  <cp:revision>9</cp:revision>
  <dcterms:created xsi:type="dcterms:W3CDTF">2013-01-27T09:14:16Z</dcterms:created>
  <dcterms:modified xsi:type="dcterms:W3CDTF">2026-07-04T13:44:16Z</dcterms:modified>
  <cp:category/>
</cp:coreProperties>
</file>